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A Digital-Twin Multi-Agent Framework for
Enterprise Cognitive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C8D8E4"/>
                </a:solidFill>
                <a:latin typeface="Calibri"/>
              </a:rPr>
              <a:t>ECNetBench and Leakage-Safe Multi-Seed Evaluation (ECN-v3)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Final architecture: leakage-safe features · anchored fusion · TreeSHAP RCA
Verified T1 AUPRC = 0.1152  |  RF baseline = 0.0758  |  Six frozen seeds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Motivation and research gap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Contributions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ECNetBench benchmark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ECN-v3 architecture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Leakage-safe evaluation protocol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Experimental results and ablations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Discussion, limitations,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Architecture diagrams throughout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Verified publication figures only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Honest statistical reporting (n = 6)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Reproducible repository artifacts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ECNetBench · Enterprise Cognitive Network (ECN-v3)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2 / 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8D8E4"/>
                </a:solidFill>
                <a:latin typeface="Calibri"/>
              </a:rPr>
              <a:t>Enterprise cognitive networking under continuous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Campus and data-center fabrics face continuous VLAN/ACL/EVPN/QoS and firmware change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Operators need earlier anomaly detection, failure-horizon prediction, and explainable RCA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Closed-loop remediation requires decision support—not opaque scores alone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Progress is slowed by fragmented public resources and weak leakage protocols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ECNetBench · Enterprise Cognitive Network (ECN-v3)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3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Enterprise Networking Challenges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651760" cy="2926080"/>
          </a:xfrm>
          <a:prstGeom prst="roundRect">
            <a:avLst/>
          </a:prstGeom>
          <a:solidFill>
            <a:srgbClr val="F4F7FA"/>
          </a:solidFill>
          <a:ln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237744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3A5B"/>
                </a:solidFill>
                <a:latin typeface="Calibri"/>
              </a:rPr>
              <a:t>Class imbalance</a:t>
            </a:r>
          </a:p>
          <a:p>
            <a:r>
              <a:rPr sz="1300" b="0">
                <a:solidFill>
                  <a:srgbClr val="4A5568"/>
                </a:solidFill>
                <a:latin typeface="Calibri"/>
              </a:rPr>
              <a:t>~1% positives; ranking metrics required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2011680"/>
            <a:ext cx="2651760" cy="2926080"/>
          </a:xfrm>
          <a:prstGeom prst="roundRect">
            <a:avLst/>
          </a:prstGeom>
          <a:solidFill>
            <a:srgbClr val="F4F7FA"/>
          </a:solidFill>
          <a:ln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2286000"/>
            <a:ext cx="237744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3A5B"/>
                </a:solidFill>
                <a:latin typeface="Calibri"/>
              </a:rPr>
              <a:t>Temporal leakage</a:t>
            </a:r>
          </a:p>
          <a:p>
            <a:r>
              <a:rPr sz="1300" b="0">
                <a:solidFill>
                  <a:srgbClr val="4A5568"/>
                </a:solidFill>
                <a:latin typeface="Calibri"/>
              </a:rPr>
              <a:t>Future telemetry must not enter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2651760" cy="2926080"/>
          </a:xfrm>
          <a:prstGeom prst="roundRect">
            <a:avLst/>
          </a:prstGeom>
          <a:solidFill>
            <a:srgbClr val="F4F7FA"/>
          </a:solidFill>
          <a:ln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286000"/>
            <a:ext cx="237744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3A5B"/>
                </a:solidFill>
                <a:latin typeface="Calibri"/>
              </a:rPr>
              <a:t>Multi-modal ops</a:t>
            </a:r>
          </a:p>
          <a:p>
            <a:r>
              <a:rPr sz="1300" b="0">
                <a:solidFill>
                  <a:srgbClr val="4A5568"/>
                </a:solidFill>
                <a:latin typeface="Calibri"/>
              </a:rPr>
              <a:t>Counters, syslog, topology, config semantics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2011680"/>
            <a:ext cx="2651760" cy="2926080"/>
          </a:xfrm>
          <a:prstGeom prst="roundRect">
            <a:avLst/>
          </a:prstGeom>
          <a:solidFill>
            <a:srgbClr val="F4F7FA"/>
          </a:solidFill>
          <a:ln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2286000"/>
            <a:ext cx="237744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3A5B"/>
                </a:solidFill>
                <a:latin typeface="Calibri"/>
              </a:rPr>
              <a:t>Explainability</a:t>
            </a:r>
          </a:p>
          <a:p>
            <a:r>
              <a:rPr sz="1300" b="0">
                <a:solidFill>
                  <a:srgbClr val="4A5568"/>
                </a:solidFill>
                <a:latin typeface="Calibri"/>
              </a:rPr>
              <a:t>RCA and healing must be operator-auditable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ECNetBench · Enterprise Cognitive Network (ECN-v3)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4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Topology archives lack multi-modal telemetry and recovery labels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Security corpora omit enterprise L2/L3 configuration semantics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Few resources jointly expose detection, RCA, impact, and healing under temporal freeze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Need: leakage-safe benchmark + complete cognitive NetOps pipeline + multi-seed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ECNetBench · Enterprise Cognitive Network (ECN-v3)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5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ECNetBench: frozen multi-seed enterprise benchmark with leakage rules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ECN-v3: Digital Twin + multi-agent detection–prediction–RCA–impact–healing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Evidence-selected T1 head: enriched features + anchored fusion (not stacking)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TreeSHAP RCA and honest ablation / significance reporting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Reproducible package: checksums, relative paths, Overleaf + presentation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ECNetBench · Enterprise Cognitive Network (ECN-v3)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6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Literature Context (Summary)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Network digital twins enable what-if analysis and safe change validation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AIOps surveys emphasize imbalance, drift, and operational metrics beyond accuracy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Strong tabular detectors remain competitive when features are informative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GNN proxies included for fairness; ECN uses an explicit twin graph rather than claiming GNN superiority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ECNetBench fills the enterprise cognitive NetOps evaluation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ECNetBench · Enterprise Cognitive Network (ECN-v3)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7 /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ECNetBench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Synthetic enterprise schema under AOS-CX-style assumptions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19 devices / 31 links (primary instance family)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Tasks: T1 anomaly, T2 failure horizon, T3 RCA, T4 impact, healing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Six frozen instances: v1.1.0-INST + seeds 101–505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Checksum-verified SQLite; read-only evaluation</a:t>
            </a:r>
          </a:p>
        </p:txBody>
      </p:sp>
      <p:pic>
        <p:nvPicPr>
          <p:cNvPr id="5" name="Picture 4" descr="arch_benchmark_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34440"/>
            <a:ext cx="5669280" cy="3438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ECNetBench · Enterprise Cognitive Network (ECN-v3)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8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Benchmark Generation Pipeline</a:t>
            </a:r>
          </a:p>
        </p:txBody>
      </p:sp>
      <p:pic>
        <p:nvPicPr>
          <p:cNvPr id="4" name="Picture 3" descr="arch_benchmark_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64240" cy="6711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ECNetBench · Enterprise Cognitive Network (ECN-v3)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9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Multi-Seed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Independent frozen instances reduce seed-specific overfitting claims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Report mean ± 95% CI across n = 6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Paired Wilcoxon + Cliff’s δ for proposed versus baselines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n = 6 is underpowered—mean improvements reported with honest p-values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ECNetBench · Enterprise Cognitive Network (ECN-v3)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10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Complete ECN-v3 Architecture</a:t>
            </a:r>
          </a:p>
        </p:txBody>
      </p:sp>
      <p:pic>
        <p:nvPicPr>
          <p:cNvPr id="4" name="Picture 3" descr="arch_ecn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11521440" cy="70989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ECNetBench · Enterprise Cognitive Network (ECN-v3)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11 /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Digital Twin Architecture</a:t>
            </a:r>
          </a:p>
        </p:txBody>
      </p:sp>
      <p:pic>
        <p:nvPicPr>
          <p:cNvPr id="4" name="Picture 3" descr="arch_digital_tw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64240" cy="69877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ECNetBench · Enterprise Cognitive Network (ECN-v3)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12 / 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Multi-Agent Architecture</a:t>
            </a:r>
          </a:p>
        </p:txBody>
      </p:sp>
      <p:pic>
        <p:nvPicPr>
          <p:cNvPr id="4" name="Picture 3" descr="arch_multi_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64240" cy="69877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ECNetBench · Enterprise Cognitive Network (ECN-v3)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13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Feature Engineering Pipeline</a:t>
            </a:r>
          </a:p>
        </p:txBody>
      </p:sp>
      <p:pic>
        <p:nvPicPr>
          <p:cNvPr id="4" name="Picture 3" descr="arch_featur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11064240" cy="64311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ECNetBench · Enterprise Cognitive Network (ECN-v3)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14 /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Leakage-Safe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feat_bin = t_start − 30 minutes (features strictly precede labels)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Expanding / rolling / EMA operators use shift(1) — current bin excluded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Neighbor instability from previous-bin aggregates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Baselines use telem_only; proposed uses full enriched twin+telem features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Verified: temporal split integrity and lag checks on all six seeds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ECNetBench · Enterprise Cognitive Network (ECN-v3)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15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Temporal Evaluation Protocol</a:t>
            </a:r>
          </a:p>
        </p:txBody>
      </p:sp>
      <p:pic>
        <p:nvPicPr>
          <p:cNvPr id="4" name="Picture 3" descr="arch_evaluation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64240" cy="6711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ECNetBench · Enterprise Cognitive Network (ECN-v3)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16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Explainable RCA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Random-forest multiclass category model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TreeSHAP attributions for operator-facing explanations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Mean macro-F1 ≈ 0.254 across six seeds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Supports triage—not claimed as solved RCA in production</a:t>
            </a:r>
          </a:p>
        </p:txBody>
      </p:sp>
      <p:pic>
        <p:nvPicPr>
          <p:cNvPr id="5" name="Picture 4" descr="T3_v1.1.0-INST_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34440"/>
            <a:ext cx="5760720" cy="47540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ECNetBench · Enterprise Cognitive Network (ECN-v3)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17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TreeSHAP Explanation Workflow</a:t>
            </a:r>
          </a:p>
        </p:txBody>
      </p:sp>
      <p:pic>
        <p:nvPicPr>
          <p:cNvPr id="4" name="Picture 3" descr="arch_shap_r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10881360" cy="62237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ECNetBench · Enterprise Cognitive Network (ECN-v3)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18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Healing Recommendation Workflow</a:t>
            </a:r>
          </a:p>
        </p:txBody>
      </p:sp>
      <p:pic>
        <p:nvPicPr>
          <p:cNvPr id="4" name="Picture 3" descr="arch_healing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10881360" cy="62237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ECNetBench · Enterprise Cognitive Network (ECN-v3)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19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Six frozen ECNetBench instances (checksum verified)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Temporal freeze 70% / 15% / 15%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Primary metric: AUPRC (scores); thresholds on validation only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Final T1: ECNFusionModel + v3 leakage-safe features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T2 recommended head: telemetry logistic regression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Artifacts: results/manuscript_ready_numbers.json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ECNetBench · Enterprise Cognitive Network (ECN-v3)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20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Baselines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Logistic regression, random forest, LightGBM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Isolation Forest, EWMA, threshold, majority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MLP sequence proxy and GraphSAGE-style GNN proxy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All classical baselines trained on telem_only features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Shared temporal enrichment prevents unequal feature confounding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ECNetBench · Enterprise Cognitive Network (ECN-v3)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21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Ablation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8D8E4"/>
                </a:solidFill>
                <a:latin typeface="Calibri"/>
              </a:rPr>
              <a:t>Feature enrichment dominates; stacking is a negative result</a:t>
            </a:r>
          </a:p>
        </p:txBody>
      </p:sp>
      <p:pic>
        <p:nvPicPr>
          <p:cNvPr id="5" name="Picture 4" descr="architecture_selection_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5669280" cy="3730918"/>
          </a:xfrm>
          <a:prstGeom prst="rect">
            <a:avLst/>
          </a:prstGeom>
        </p:spPr>
      </p:pic>
      <p:pic>
        <p:nvPicPr>
          <p:cNvPr id="6" name="Picture 5" descr="module_con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486400" cy="4222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ECNetBench · Enterprise Cognitive Network (ECN-v3)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22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Statistical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Final T1 vs RF: Wilcoxon p = 0.688, Cliff δ = +0.389 (mean lift, not significant)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Final T1 vs stacking ablation: p = 0.375, δ = +0.111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Final T1 vs logistic: p = 0.031, δ = +0.556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Bootstrap 95% CIs on seed means; n = 6 underpowered for many paired claims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Do not claim universal paired superiority over RF or stacking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ECNetBench · Enterprise Cognitive Network (ECN-v3)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23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Main Quantitative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8D8E4"/>
                </a:solidFill>
                <a:latin typeface="Calibri"/>
              </a:rPr>
              <a:t>Verified six-seed means</a:t>
            </a:r>
          </a:p>
        </p:txBody>
      </p:sp>
      <p:pic>
        <p:nvPicPr>
          <p:cNvPr id="5" name="Picture 4" descr="baseline_auprc_mean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11521440" cy="46499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ECNetBench · Enterprise Cognitive Network (ECN-v3)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24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Headline Numbers (Exact Verified Means)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234440"/>
            <a:ext cx="987552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37160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3A5B"/>
                </a:solidFill>
                <a:latin typeface="Calibri"/>
              </a:rPr>
              <a:t>T1 ECN-v3 final (anchored)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37160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C47B2B"/>
                </a:solidFill>
                <a:latin typeface="Calibri"/>
              </a:rPr>
              <a:t>0.115221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011680"/>
            <a:ext cx="98755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14884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3A5B"/>
                </a:solidFill>
                <a:latin typeface="Calibri"/>
              </a:rPr>
              <a:t>T1 RF telem_only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14884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C47B2B"/>
                </a:solidFill>
                <a:latin typeface="Calibri"/>
              </a:rPr>
              <a:t>0.075838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788920"/>
            <a:ext cx="987552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926079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3A5B"/>
                </a:solidFill>
                <a:latin typeface="Calibri"/>
              </a:rPr>
              <a:t>T1 v2 legacy+anchored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926079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C47B2B"/>
                </a:solidFill>
                <a:latin typeface="Calibri"/>
              </a:rPr>
              <a:t>0.057713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566160"/>
            <a:ext cx="98755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370332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3A5B"/>
                </a:solidFill>
                <a:latin typeface="Calibri"/>
              </a:rPr>
              <a:t>T1 stacking ablation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70332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C47B2B"/>
                </a:solidFill>
                <a:latin typeface="Calibri"/>
              </a:rPr>
              <a:t>0.099746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343400"/>
            <a:ext cx="987552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48056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3A5B"/>
                </a:solidFill>
                <a:latin typeface="Calibri"/>
              </a:rPr>
              <a:t>T2 telem logistic (recommended)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48056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C47B2B"/>
                </a:solidFill>
                <a:latin typeface="Calibri"/>
              </a:rPr>
              <a:t>0.038043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5120640"/>
            <a:ext cx="98755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525780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3A5B"/>
                </a:solidFill>
                <a:latin typeface="Calibri"/>
              </a:rPr>
              <a:t>Twin gain (final T1)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25780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C47B2B"/>
                </a:solidFill>
                <a:latin typeface="Calibri"/>
              </a:rPr>
              <a:t>+0.000347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ECNetBench · Enterprise Cognitive Network (ECN-v3)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25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T1 ROC / Precision–Recall (Primary Instance)</a:t>
            </a:r>
          </a:p>
        </p:txBody>
      </p:sp>
      <p:pic>
        <p:nvPicPr>
          <p:cNvPr id="4" name="Picture 3" descr="T1_v1.1.0-INST_roc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10698480" cy="45554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ECNetBench · Enterprise Cognitive Network (ECN-v3)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26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T2 ROC / Precision–Recall (Primary Instance)</a:t>
            </a:r>
          </a:p>
        </p:txBody>
      </p:sp>
      <p:pic>
        <p:nvPicPr>
          <p:cNvPr id="4" name="Picture 3" descr="T2_v1.1.0-INST_roc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10698480" cy="45554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ECNetBench · Enterprise Cognitive Network (ECN-v3)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27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8D8E4"/>
                </a:solidFill>
                <a:latin typeface="Calibri"/>
              </a:rPr>
              <a:t>Optional Beta for probability display; AUPRC uses scores</a:t>
            </a:r>
          </a:p>
        </p:txBody>
      </p:sp>
      <p:pic>
        <p:nvPicPr>
          <p:cNvPr id="5" name="Picture 4" descr="T1_v1.1.0-INST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188720"/>
            <a:ext cx="6217920" cy="56040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ECNetBench · Enterprise Cognitive Network (ECN-v3)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28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Feature enrichment is the primary T1 driver (+0.0575 vs v2)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Anchored fusion preferred: higher mean AUPRC and simpler than stacking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T2 remains telem-logistic under ultra-rare positives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Twin contribution under final T1 head is near zero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Value proposition: reproducible pipeline + honest statistics, not universal detector dominance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ECNetBench · Enterprise Cognitive Network (ECN-v3)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29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Synthetic generator may over-structure causal chains (construct validity)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n = 6 yields wide CIs and underpowered paired tests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External validity requires production-trace evaluation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Healing with RCA-category features can be near-oracle—honest ablations required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No live switch actuation in this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ECNetBench · Enterprise Cognitive Network (ECN-v3)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30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Larger topologies and longer traces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Production-telemetry calibration studies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Human-in-the-loop healing approval workflows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Expanded multi-vendor schema realism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ECNetBench · Enterprise Cognitive Network (ECN-v3)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31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ECN-v3 final T1 AUPRC 0.1152 exceeds RF 0.0758 and v2 0.0577 in mean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Stacking ablation 0.0997 — negative result versus anchored fusion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Recommended T2 head: telem logistic 0.0380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Architecture: leakage-safe features + anchored fusion + TreeSHAP RCA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Primary contribution: reproducible ECNetBench + complete cognitive NetOps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ECNetBench · Enterprise Cognitive Network (ECN-v3)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32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Repository: https://github.com/Audrey2023uh/Network-Multi-Agent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Manuscript: paper/overleaf/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Metrics: results/manuscript_ready_numbers.json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Figures: paper/overleaf/figures/ (vector PDF + 600 dpi PNG)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This deck: presentation/build_network_journal_presentation.py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ECNetBench · Enterprise Cognitive Network (ECN-v3)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33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C8D8E4"/>
                </a:solidFill>
                <a:latin typeface="Calibri"/>
              </a:rP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